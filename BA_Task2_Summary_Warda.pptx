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0021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1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21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DADE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Purchase Lead Time</c:v>
                  </c:pt>
                  <c:pt idx="1">
                    <c:v>Route</c:v>
                  </c:pt>
                  <c:pt idx="2">
                    <c:v>Booking Origin</c:v>
                  </c:pt>
                  <c:pt idx="3">
                    <c:v>Flight Hour</c:v>
                  </c:pt>
                  <c:pt idx="4">
                    <c:v>Length of Stay</c:v>
                  </c:pt>
                  <c:pt idx="5">
                    <c:v>Flight Day</c:v>
                  </c:pt>
                  <c:pt idx="6">
                    <c:v>Flight Duration</c:v>
                  </c:pt>
                  <c:pt idx="7">
                    <c:v>Num Passengers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15.5</c:v>
                </c:pt>
                <c:pt idx="2">
                  <c:v>15.2</c:v>
                </c:pt>
                <c:pt idx="3">
                  <c:v>12.6</c:v>
                </c:pt>
                <c:pt idx="4">
                  <c:v>12.6</c:v>
                </c:pt>
                <c:pt idx="5">
                  <c:v>8.1</c:v>
                </c:pt>
                <c:pt idx="6">
                  <c:v>7.7</c:v>
                </c:pt>
                <c:pt idx="7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215E"/>
          </a:solidFill>
          <a:ln w="12700">
            <a:solidFill>
              <a:srgbClr val="0021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228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" y="960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Experience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1481328"/>
            <a:ext cx="228600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572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4592" y="18105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Behaviour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2514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4592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variables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14.96%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completion 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Classifier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| Python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08960" y="1645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Booking Completion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08960" y="6400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— Performance Summary &amp; Key Drivers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987552"/>
            <a:ext cx="1389888" cy="8046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0" y="987552"/>
            <a:ext cx="50292" cy="804672"/>
          </a:xfrm>
          <a:prstGeom prst="rect">
            <a:avLst/>
          </a:prstGeom>
          <a:solidFill>
            <a:srgbClr val="00215E"/>
          </a:solidFill>
          <a:ln w="12700">
            <a:solidFill>
              <a:srgbClr val="002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005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18688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18688" y="1554480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predictions correct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90288" y="987552"/>
            <a:ext cx="1389888" cy="8046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987552"/>
            <a:ext cx="50292" cy="804672"/>
          </a:xfrm>
          <a:prstGeom prst="rect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005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0016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0016" y="1554480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ability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071616" y="987552"/>
            <a:ext cx="1389888" cy="8046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987552"/>
            <a:ext cx="5029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005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81344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81344" y="1554480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552944" y="987552"/>
            <a:ext cx="1389888" cy="80467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52944" y="987552"/>
            <a:ext cx="50292" cy="8046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1005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62672" y="1371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62672" y="1554480"/>
            <a:ext cx="1261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predictions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108960" y="190195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Top Predictors</a:t>
            </a:r>
            <a:endParaRPr lang="en-US" sz="9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3108960" y="2148840"/>
          <a:ext cx="57607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Text 35"/>
          <p:cNvSpPr/>
          <p:nvPr/>
        </p:nvSpPr>
        <p:spPr>
          <a:xfrm>
            <a:off x="3108960" y="441655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2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108960" y="4636008"/>
            <a:ext cx="82296" cy="822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36976" y="4608576"/>
            <a:ext cx="56875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 time is the #1 predictor — customers who book well in advance are more likely to complete.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108960" y="4809744"/>
            <a:ext cx="82296" cy="82296"/>
          </a:xfrm>
          <a:prstGeom prst="ellipse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36976" y="4782312"/>
            <a:ext cx="56875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booking origin account for ~31% of predictive power — destination matters significantly.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3108960" y="4983480"/>
            <a:ext cx="82296" cy="82296"/>
          </a:xfrm>
          <a:prstGeom prst="ellipse">
            <a:avLst/>
          </a:prstGeom>
          <a:solidFill>
            <a:srgbClr val="00215E"/>
          </a:solidFill>
          <a:ln w="12700">
            <a:solidFill>
              <a:srgbClr val="00215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36976" y="4956048"/>
            <a:ext cx="56875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features (flight hour, day) are strong signals; add-ons indicate higher purchase intent.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108960" y="4965192"/>
            <a:ext cx="5806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Warda Afsheen  |  British Airways Forage Programme  |  2026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 Customer Booking Prediction</dc:title>
  <dc:subject>PptxGenJS Presentation</dc:subject>
  <dc:creator>PptxGenJS</dc:creator>
  <cp:lastModifiedBy>PptxGenJS</cp:lastModifiedBy>
  <cp:revision>1</cp:revision>
  <dcterms:created xsi:type="dcterms:W3CDTF">2026-05-24T14:19:04Z</dcterms:created>
  <dcterms:modified xsi:type="dcterms:W3CDTF">2026-05-24T14:19:04Z</dcterms:modified>
</cp:coreProperties>
</file>